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AA48-5B95-D21D-3DA5-10B5AA1FA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98A84-E509-63C2-7101-D338CCB6C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80B05-B41E-C208-C56A-F8FC88E36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46ED0-1114-2426-73B0-719BEA69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9FA35-5C2E-7750-A43D-A29F9BCF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732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E58D-7FDF-398B-563F-913CD6A9C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04247-84D8-2AA0-62AF-0285903EF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8153D-4A51-AB4C-C10B-29D40287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3AAD8-6753-048A-0926-A30B4804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D87C4-37B9-31C2-F32A-9D89D114C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153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C554C-B35C-DBCC-48AF-8D83B507A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D7086-9857-E061-5581-B06C68C32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034B8-F7F6-400E-7ECA-A977B2AAC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86AC1-BBD6-F8D8-584D-56F88114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2512D-0214-04C2-CF71-6C476332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3390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C719-DE59-4306-1A3D-B228DCA1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32572-0738-EF8D-8B6A-32AD8636E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8D485-31CA-7FC5-162E-8AEDCD58E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E876E-F93E-A2C9-9C50-5650D039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12608-E465-6CD8-B4A2-983CE4B9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94940-1132-9C75-36A1-005AA05E1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625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E732-E899-8DF9-057E-C0EC9ABB1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6F95B-0494-E096-FBD5-61DDF9C4B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356DC-B90F-2572-3C6F-4F576F99F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ADC41-80A6-C1BA-3981-CB7BA1473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842AF-5679-D16B-2E88-30AEFFC67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4BC2F2-CA10-EF60-BD0D-8CAEBC91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B9086-E261-07B5-2173-DCF8A646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49755-2188-5E92-579B-C045F777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8590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16EF-F643-31E0-4BD7-A1293646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DD51E-FB6D-7939-163C-9D4BEA279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C9667-CAC8-706F-BDAA-DDB40ED7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111E3-B136-1979-942B-849B039B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797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8BFF28-8623-4F0A-B07E-AEB39F2F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F5560-D207-4224-0EAA-DC78C49F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4B78C-7622-9C28-DC06-427E610CA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59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BA39-C8C3-6BF7-BE18-3D50B59D6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83075-2445-CB53-9EA9-8F683C776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AD87D-637F-73A2-81BD-A4A06E9D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B7CBC-C251-9C81-45B7-75884B6C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B8FBE-AE9B-AE0F-4D19-81404B1D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D33C3-703D-17FD-D9C2-1E27A76C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8689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3F782-2671-0238-4E15-42B39530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20A27B-AA54-F801-E262-3057D76CD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1F857-7586-55F7-F945-E67D8A899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2C996-C976-D64B-1B38-0578D0E0B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54E3B-017C-9EF3-27CB-7ACB50D0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4AB97-5611-BECE-B0A2-6F170E8D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972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B464-BC78-908D-5A35-19E6E587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E80CE-4615-4CAD-C352-B9DBCC49C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35BF6-B56A-8F45-9AB7-D2DA00D3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53288-6CCA-6584-2474-4245F8EA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9F2C6-DFC7-0971-2C02-D712D89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89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4641D6-D1E5-7653-A0C0-839DCC029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4ED53D-A138-5F6D-36FA-3A3846DF0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B3A78-0FBA-43B9-C155-7E42FA58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B6B04-902D-70F2-7411-FBF318F41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260CE-7857-DF47-6328-A28C7F9F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299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6C2F5-C8B7-5996-F52D-C6BCD0ECF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62EA9-C013-7ABD-3FEB-E95718D92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5FCF6-69B7-3CAA-B081-BE4E170D3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47F76-B2E9-4F47-952D-949C801F51D8}" type="datetimeFigureOut">
              <a:rPr lang="en-IL" smtClean="0"/>
              <a:t>19/09/2025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CC12C-FD61-970F-980B-FEE67346F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84CA8-5A1A-FF62-A1C6-1C2465AA8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F63C1-62E1-4C03-9FE7-EE3B48F3F48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0122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2113D-A0EE-2A74-3942-E1F1E95B92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042EC-3BC5-7CC1-AD7F-E952FC127F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78413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5051-96FB-5625-D53D-6BCFE1B5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graph of a graph showing the average growth of the gdp cagr&#10;&#10;AI-generated content may be incorrect.">
            <a:extLst>
              <a:ext uri="{FF2B5EF4-FFF2-40B4-BE49-F238E27FC236}">
                <a16:creationId xmlns:a16="http://schemas.microsoft.com/office/drawing/2014/main" id="{D5F566FA-2520-0EED-685F-C624055CC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7209"/>
            <a:ext cx="7987553" cy="479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7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6262-EE47-7982-9221-865D789F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graph of a graph showing the average output cagir for ict sector&#10;&#10;AI-generated content may be incorrect.">
            <a:extLst>
              <a:ext uri="{FF2B5EF4-FFF2-40B4-BE49-F238E27FC236}">
                <a16:creationId xmlns:a16="http://schemas.microsoft.com/office/drawing/2014/main" id="{4FA59E73-5563-3A46-945B-B9AD6F56E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35" y="1690688"/>
            <a:ext cx="8337185" cy="500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0AF31-90A7-BFEC-404F-6D60039E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6C7CE280-3F15-8CE7-C554-156EBFC0C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79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71BB-B90B-88CA-BE63-5EA5B921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89FC690-D25C-8D15-CFAE-3F91F4EC6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4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390DF-D34C-C684-244D-9166E49F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graph with blue bars&#10;&#10;AI-generated content may be incorrect.">
            <a:extLst>
              <a:ext uri="{FF2B5EF4-FFF2-40B4-BE49-F238E27FC236}">
                <a16:creationId xmlns:a16="http://schemas.microsoft.com/office/drawing/2014/main" id="{75B84AF0-2EEE-F92B-7FAF-82985D7CE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96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B9C7-5194-E7C4-5320-C306570C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D0AE220-79B3-6181-0AD7-D7AD7E915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63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1410-E583-82AE-FBFE-F614342C3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10F0328-CDA9-328E-C560-2BAE2E636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85794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0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8E804-AE93-C59A-6A2E-53E7B9C0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63B4D42-D238-DF76-0BE9-88A33C88E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31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E34B-0BBC-79C3-2324-FBBFAFF7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7676777-D676-C90D-D3B3-9A087EAD2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44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588F-E409-A486-989E-191B7C28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41054864-D24C-CC8C-2FEF-C88ADE852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51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7FAB-6006-AF40-7C3C-255D001F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156E0D89-8DBF-A047-24FB-30871B4A9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685794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5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CA1C-135C-FDF1-C500-795C00A3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4" name="Picture 3" descr="A graph of a number of colored bars&#10;&#10;AI-generated content may be incorrect.">
            <a:extLst>
              <a:ext uri="{FF2B5EF4-FFF2-40B4-BE49-F238E27FC236}">
                <a16:creationId xmlns:a16="http://schemas.microsoft.com/office/drawing/2014/main" id="{B6EA8347-040E-22FF-AC19-E5E6B36DA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685794"/>
            <a:ext cx="9144018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18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Navit Dori</dc:creator>
  <cp:lastModifiedBy>Navit Dori</cp:lastModifiedBy>
  <cp:revision>2</cp:revision>
  <dcterms:created xsi:type="dcterms:W3CDTF">2025-09-19T16:49:34Z</dcterms:created>
  <dcterms:modified xsi:type="dcterms:W3CDTF">2025-09-19T19:13:10Z</dcterms:modified>
</cp:coreProperties>
</file>