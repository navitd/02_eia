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2BA5-9A2F-66DE-728A-8445FD603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6F03C-A7F8-3064-8655-A2356D8E5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7F08-F2FB-9567-F662-3694430C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E3D20-236A-62C3-71E7-C073FFEC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1555C-191F-3978-01BD-9F9AA885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351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1540-F3F5-56D2-9F70-07AF7A62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2A48-C505-36FF-FEDA-AF00394B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F55B6-751D-8710-935C-B0171DE6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5EEAC-2431-EB4B-CD31-1EC456C0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30E45-8D1F-8033-2086-03C5B5D8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909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E321-316C-3203-2A69-88E26D95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E57E8-E7A3-293A-A310-B2CF57FBC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A1CB-B0E2-3E3C-224B-1D9B18116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07D2D-5599-9B99-5C4D-2B583310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A7F3E-81D2-C03F-3800-34D23A5C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8209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7812-0574-C45F-1BED-10BCB5E9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D6BF9-552F-C3EA-05A9-CEB4410D6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DB890-5A5B-1400-0BAF-E2536EDF1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31781-C766-BB94-116B-4987727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D6A41-9DDA-D860-D7DE-B35CC418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34053-18A6-D441-B999-9D464EDA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347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D953-EFA2-19F8-29F5-1A737ACB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2FE1E-C48A-AD0B-21F4-2687EFCF6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68A80-C02A-46FF-001A-A9CCDE505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095FC-94C9-80E0-B282-D2661D3CE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1214A-AC69-7FBB-BD4E-DA685B38E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43452-1E7B-1886-0C15-654F2359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14F74-E3A9-789C-D494-EF5A98B1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2E4E1-8305-29A4-9FDB-9627A811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043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9FAD-FCE4-3830-F692-533F880C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0F6E5-91C3-3984-6917-F19EBDBB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D90C2-77E4-4F33-D3D0-A20D6991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03086-F79E-8E54-83C6-92E636A2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762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425A6-8F34-638D-D411-82F399CA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618B3-96A9-1CE9-E1B3-C38BBEEB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8EDAA-5642-B865-CEF9-5D4C99D4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39871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C438-D49E-8E83-C2A0-A2ECDF19B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E98E1-CD0D-B7C2-4EA1-C509BEA37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DA883-F9C5-D921-3216-F358F221B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549FC-529B-C264-5BB4-D218406B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7ED12-58ED-CFF7-ED6A-CCB5F18C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40A4D-4742-CC8D-2455-F9D3AEF4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052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DFD2-678E-C89D-1DD9-041C07A7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0720AB-F324-0ECE-5C62-EBE07C5AF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B1F41-0679-B02A-6B34-CB070FC5C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72464-5C16-6AD7-A5F1-9F40D44A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3D718-49ED-497C-19B1-1E9546A4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B4E1C-6436-CAD0-F693-EA9D2315A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053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2B72-616A-A565-2BE5-896CCA05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C0BCF-D88A-C61F-289C-2D7810BA2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E75A9-8012-D221-4CF8-11C53645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91F8B-FDC2-AE34-053A-438EE641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570A9-7C1C-F59E-6336-C71FCBEF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343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0BC6D1-1B89-C114-F1E4-16BC185C3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AFE32-6491-6072-8BB8-9271A5E96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139FE-F351-82A7-CDED-BD86BCAF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FA34B-1E46-246D-F290-FB220363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77F85-E8D4-366F-CF4C-C7747FEF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446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08EA94-5512-466F-1399-99078DA8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2B258-7F27-80B5-369A-A43DA186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432F-C031-635A-2237-D7EFE2194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D4195-5316-4AE4-8632-ABDA7374443E}" type="datetimeFigureOut">
              <a:rPr lang="en-IL" smtClean="0"/>
              <a:t>16/10/2025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17AFB-F009-3150-F11F-FDC6499FC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45296-5B9D-37EF-3C14-05EA35768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E9A42-570C-43BD-91FE-AA1269DE1C5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072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72E0-335C-B4AF-5546-2C60EFAC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ICT sector EIA 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3240C-8CA5-8226-5D44-0045CF6085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Output and GDP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1591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CD27-EBEC-8B95-FD04-C8F2A413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CAGR</a:t>
            </a:r>
            <a:endParaRPr lang="en-IL" dirty="0"/>
          </a:p>
        </p:txBody>
      </p:sp>
      <p:pic>
        <p:nvPicPr>
          <p:cNvPr id="4" name="Picture 3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63AD62EA-B08E-A719-60FC-44C9C65DE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1" y="2149104"/>
            <a:ext cx="5540197" cy="4238254"/>
          </a:xfrm>
          <a:prstGeom prst="rect">
            <a:avLst/>
          </a:prstGeom>
        </p:spPr>
      </p:pic>
      <p:pic>
        <p:nvPicPr>
          <p:cNvPr id="6" name="Picture 5" descr="A graph of blue and red squares&#10;&#10;AI-generated content may be incorrect.">
            <a:extLst>
              <a:ext uri="{FF2B5EF4-FFF2-40B4-BE49-F238E27FC236}">
                <a16:creationId xmlns:a16="http://schemas.microsoft.com/office/drawing/2014/main" id="{6962FE03-1849-BA2B-A3C3-CFF3FEBDE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04647"/>
            <a:ext cx="5831102" cy="438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9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49DE-A49E-82CB-6B2A-EBE7A632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CAGR</a:t>
            </a:r>
            <a:endParaRPr lang="en-IL" dirty="0"/>
          </a:p>
        </p:txBody>
      </p:sp>
      <p:pic>
        <p:nvPicPr>
          <p:cNvPr id="4" name="Picture 3" descr="A graph of blue and red rectangles&#10;&#10;AI-generated content may be incorrect.">
            <a:extLst>
              <a:ext uri="{FF2B5EF4-FFF2-40B4-BE49-F238E27FC236}">
                <a16:creationId xmlns:a16="http://schemas.microsoft.com/office/drawing/2014/main" id="{75C47AD3-1466-B82A-FA62-916D12053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5" y="2245652"/>
            <a:ext cx="6028775" cy="3617265"/>
          </a:xfrm>
          <a:prstGeom prst="rect">
            <a:avLst/>
          </a:prstGeom>
        </p:spPr>
      </p:pic>
      <p:pic>
        <p:nvPicPr>
          <p:cNvPr id="6" name="Picture 5" descr="A graph of blue and red rectangles&#10;&#10;AI-generated content may be incorrect.">
            <a:extLst>
              <a:ext uri="{FF2B5EF4-FFF2-40B4-BE49-F238E27FC236}">
                <a16:creationId xmlns:a16="http://schemas.microsoft.com/office/drawing/2014/main" id="{BFC20C7F-E411-8CBF-2651-0EE706EEF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47040"/>
            <a:ext cx="5764314" cy="381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7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5F68-60FD-9EBF-AF77-5D4D4D45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share</a:t>
            </a:r>
            <a:endParaRPr lang="en-IL" dirty="0"/>
          </a:p>
        </p:txBody>
      </p:sp>
      <p:pic>
        <p:nvPicPr>
          <p:cNvPr id="4" name="Picture 3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78DD4F3C-9FDE-ABC0-B184-FE074C82B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99" y="2178319"/>
            <a:ext cx="5707083" cy="4168693"/>
          </a:xfrm>
          <a:prstGeom prst="rect">
            <a:avLst/>
          </a:prstGeom>
        </p:spPr>
      </p:pic>
      <p:pic>
        <p:nvPicPr>
          <p:cNvPr id="6" name="Picture 5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988AD74B-ED80-513F-DA31-F33B5BDAA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684" y="2287608"/>
            <a:ext cx="6510316" cy="405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3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626F-C2E7-C3DE-2E8F-1D7EB210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share</a:t>
            </a:r>
            <a:endParaRPr lang="en-IL" dirty="0"/>
          </a:p>
        </p:txBody>
      </p:sp>
      <p:pic>
        <p:nvPicPr>
          <p:cNvPr id="4" name="Picture 3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52EE9222-0D0E-C2C0-89BC-136F5027A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1"/>
            <a:ext cx="6096000" cy="3657600"/>
          </a:xfrm>
          <a:prstGeom prst="rect">
            <a:avLst/>
          </a:prstGeom>
        </p:spPr>
      </p:pic>
      <p:pic>
        <p:nvPicPr>
          <p:cNvPr id="6" name="Picture 5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9174C12A-BF02-E2EF-9742-D0D21FD6F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286002"/>
            <a:ext cx="609599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C611-A549-6FEA-0D2E-1C33A311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share by category</a:t>
            </a:r>
            <a:endParaRPr lang="en-IL" dirty="0"/>
          </a:p>
        </p:txBody>
      </p:sp>
      <p:pic>
        <p:nvPicPr>
          <p:cNvPr id="4" name="Picture 3" descr="A graph of a number of colored bars&#10;&#10;AI-generated content may be incorrect.">
            <a:extLst>
              <a:ext uri="{FF2B5EF4-FFF2-40B4-BE49-F238E27FC236}">
                <a16:creationId xmlns:a16="http://schemas.microsoft.com/office/drawing/2014/main" id="{1CF2C29B-6479-7D11-B2F5-CF1F09D93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4659"/>
            <a:ext cx="7239008" cy="4343405"/>
          </a:xfrm>
          <a:prstGeom prst="rect">
            <a:avLst/>
          </a:prstGeom>
        </p:spPr>
      </p:pic>
      <p:pic>
        <p:nvPicPr>
          <p:cNvPr id="6" name="Picture 5" descr="A graph of a number of colored bars&#10;&#10;AI-generated content may be incorrect.">
            <a:extLst>
              <a:ext uri="{FF2B5EF4-FFF2-40B4-BE49-F238E27FC236}">
                <a16:creationId xmlns:a16="http://schemas.microsoft.com/office/drawing/2014/main" id="{AF1753DF-CF5D-F892-D902-104F1ADB1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215" y="1864658"/>
            <a:ext cx="7052234" cy="423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7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D70E-2840-0E62-2D8A-10900B51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share by category</a:t>
            </a:r>
            <a:endParaRPr lang="en-IL" dirty="0"/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A7746AE-7A00-3BCC-DAC6-4A8F982A5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3899"/>
            <a:ext cx="7614960" cy="4568976"/>
          </a:xfrm>
          <a:prstGeom prst="rect">
            <a:avLst/>
          </a:prstGeom>
        </p:spPr>
      </p:pic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F0EFD25B-30EF-04D5-4033-C327D0C06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896" y="1923899"/>
            <a:ext cx="7342104" cy="456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74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ICT sector EIA </vt:lpstr>
      <vt:lpstr>Output CAGR</vt:lpstr>
      <vt:lpstr>GDP CAGR</vt:lpstr>
      <vt:lpstr>Output share</vt:lpstr>
      <vt:lpstr>GDP share</vt:lpstr>
      <vt:lpstr>Output share by category</vt:lpstr>
      <vt:lpstr>GDP share by category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Navit Dori</dc:creator>
  <cp:lastModifiedBy>Navit Dori</cp:lastModifiedBy>
  <cp:revision>6</cp:revision>
  <dcterms:created xsi:type="dcterms:W3CDTF">2025-10-16T17:12:45Z</dcterms:created>
  <dcterms:modified xsi:type="dcterms:W3CDTF">2025-10-16T17:23:07Z</dcterms:modified>
</cp:coreProperties>
</file>